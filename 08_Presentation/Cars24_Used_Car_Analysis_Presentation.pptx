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2337"/>
                </a:solidFill>
              </a:defRPr>
            </a:pPr>
            <a:r>
              <a:t>CARS24 USED CAR</a:t>
            </a:r>
            <a:br/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85AA0"/>
                </a:solidFill>
              </a:defRPr>
            </a:pPr>
            <a:r>
              <a:t>Data Analytics &amp; Business Intelligence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473"/>
                </a:solidFill>
              </a:defRPr>
            </a:pPr>
            <a:r>
              <a:t>Python  |  Selenium  |  Pandas  |  NumPy  |  Matplotlib  | 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End-to-end used-car data analytics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Web Scraping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Data Extraction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Data Cleaning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Exploratory Data Analysis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Data Visualization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Power BI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Project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Understand used-car inventory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Analyze pricing patterns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Study vehicle characteristics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Identify useful business 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Understanding used-car inventory and pricing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Used-car listings contain multiple attributes that influence customer choice and pricing.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Different brands have different levels of representation in the collected inventory.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Vehicle price can vary according to age, mileage, brand and other characteristics.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Fuel type and transmission provide additional insight into inventory composition.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Location information can help understand where vehicles are available.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The project converts these raw listings into structured, actionable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Python and Selenium were used to capture Cars24 listing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34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Python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Selenium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HTML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Regular Expressions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2834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Open Cars24 used-car page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Load listing information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Scroll page to load records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Capture webpage HTML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Extract structured listing records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Save raw CSV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94560"/>
            <a:ext cx="2834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cars24_page.html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cars24_raw.csv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20 collected sample listings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Structured vehicle attributes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Preparing raw listing data for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Removed completely empty columns.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Cleaned text fields and unnecessary spaces.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Converted price, year, mileage and other numerical fields.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Checked invalid price values.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Checked invalid mileage values.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Validated vehicle manufacturing years.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Removed duplicate listings using appointment ID.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Saved the final cleaned dataset for EDA and Power BI.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Analyzing the structure and characteristics of the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Vehicle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7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Brand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Model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Body Type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Fuel Type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Transmission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Manufacturing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Pricing &amp;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7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price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Median price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Minimum &amp; maximum price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Mileage statistics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Mileage versus price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Price by manufacturing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Geographic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92607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Location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City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Inventory availability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Ownership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Highest-priced vehicles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Lowest-priced vehicles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Data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Python visualizations created to communicate analytical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Cars by Brand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Average Price by Brand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Price Distribution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Fuel Type Distribution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Transmission Distribution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Cars by Manufacturing Year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Average Price by Year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Mileage vs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Interactive dashboard for used-car market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7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Total Cars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Car Price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Mileage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Car 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7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Cars by Brand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Price by Brand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Average Price by Year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Fuel Type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Transmission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Mileage vs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Interactive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92607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Brand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Fuel Type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Transmission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Manufacturing Year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Questions answered through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Which vehicle brands have greater representation in the collected inventory?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How do average used-car prices differ across brands?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What fuel types dominate the collected listings?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What is the distribution between manual and automatic vehicles?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Which manufacturing years are most represented?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How does vehicle mileage relate to listing price?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How is inventory distributed across locations?</a:t>
            </a:r>
          </a:p>
          <a:p>
            <a:pPr>
              <a:spcAft>
                <a:spcPts val="1400"/>
              </a:spcAft>
              <a:defRPr sz="1800">
                <a:solidFill>
                  <a:srgbClr val="192337"/>
                </a:solidFill>
              </a:defRPr>
            </a:pPr>
            <a:r>
              <a:t>How can interactive filtering support faster inventory analysis?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337"/>
                </a:solidFill>
              </a:defRPr>
            </a:pPr>
            <a:r>
              <a:t>Conclusion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73"/>
                </a:solidFill>
              </a:defRPr>
            </a:pPr>
            <a:r>
              <a:t>End-to-end practical data analytics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63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Web Scraping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Python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Pandas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Data Cleaning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EDA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Data Visualization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Power BI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Business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5AA0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663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Built an end-to-end analytics workflow.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Converted web data into structured information.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Analyzed used-car pricing and inventory characteristics.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Created professional visualizations.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Developed an interactive Power BI dashboard.</a:t>
            </a:r>
          </a:p>
          <a:p>
            <a:pPr>
              <a:spcAft>
                <a:spcPts val="800"/>
              </a:spcAft>
              <a:defRPr sz="1300">
                <a:solidFill>
                  <a:srgbClr val="192337"/>
                </a:solidFill>
              </a:defRPr>
            </a:pPr>
            <a:r>
              <a:t>• Created a foundation for data-driven used-car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6476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